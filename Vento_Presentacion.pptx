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2560320" cy="25603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2D3EE"/>
                </a:solidFill>
                <a:latin typeface="Calibri Light"/>
              </a:defRPr>
            </a:pPr>
            <a:r>
              <a:t>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Eventos en perfecta sincronia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 Light"/>
              </a:defRPr>
            </a:pPr>
            <a:r>
              <a:t>Gestion integral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2D3EE"/>
                </a:solidFill>
                <a:latin typeface="Calibri Light"/>
              </a:defRPr>
            </a:pPr>
            <a:r>
              <a:t>en tiempo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 Light"/>
              </a:defRPr>
            </a:pPr>
            <a:r>
              <a:t>La plataforma todo-en-uno para planificar, coordinar y ejecutar eventos con tu equipo, desde cualquier lugar y en cualquier dispositivo.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114800"/>
            <a:ext cx="1645920" cy="1097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617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Plataformas</a:t>
            </a:r>
            <a:br/>
            <a:r>
              <a:t>Web + Movil +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114800"/>
            <a:ext cx="1645920" cy="1097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17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Modulos</a:t>
            </a:r>
            <a:br/>
            <a:r>
              <a:t>integrados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4114800"/>
            <a:ext cx="1645920" cy="1097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 Light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617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Digital</a:t>
            </a:r>
            <a:br/>
            <a:r>
              <a:t>y en linea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EL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Por que es tan dificil coordinar eventos?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 Light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Informacion dispersa en multiples canales (WhatsApp, hojas de calculo, notas)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Sin visibilidad del progreso del evento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Cotizaciones hechas a mano, propensas a errores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Proveedores sin seguimiento de llegadas ni pagos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Comunicacion lenta y desorganizada con el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8888"/>
                </a:solidFill>
                <a:latin typeface="Calibri Light"/>
              </a:defRPr>
            </a:pPr>
            <a:r>
              <a:t>  Checklists que se pierden el dia del evento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 Light"/>
              </a:defRPr>
            </a:pPr>
            <a:r>
              <a:t>Con Vento desaparece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Centralizamos toda la informacion en un solo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Tablero en vivo con actualizaciones instantaneas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Cotizador expres con PDF automatico y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Control de llegadas, presupuesto y pagos por proveedor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Portal del cliente con acceso temporario y seguro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7766"/>
                </a:solidFill>
                <a:latin typeface="Calibri Light"/>
              </a:defRPr>
            </a:pPr>
            <a:r>
              <a:t>  Checklist digital sincronizado en tiempo real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"La mayoria de los organizadores aun depende de hojas de calculo y WhatsApp. Vento unifica todo."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LA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Una plataforma. Tres entornos. Cero friccion.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4864" cy="1965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Panel de administracion completo con dashboards, calendario, catalogo, cotizaciones, proveedores y mas. Accede desde cualquier navegador.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54864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App Movil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317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App nativa Android para el staff en campo. Marca tareas como completadas, reporta llegadas de proveedores, gestiona desde el celular.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54864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205740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Portal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Cada evento genera credenciales temporarias auto-maticas. El cliente ve su evento, agenda y cotizacion en un entorno de solo lectura.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54864" cy="1965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526280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Tiempo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Actualizaciones instantaneas via WebSocket + Redis. Cuando alguien completa una tarea o llega un proveedor, todo el equipo lo ve al instante.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29768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434840"/>
            <a:ext cx="54864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4880" y="45262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Cotizador Express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800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Arma cotizaciones desde el catalogo con costos de proveedores incluidos. Genera PDF profesional y comparte por WhatsApp con un clic.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97680"/>
            <a:ext cx="356616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434840"/>
            <a:ext cx="54864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49640" y="45262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 Light"/>
              </a:defRPr>
            </a:pPr>
            <a:r>
              <a:t>App Biometrica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800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Acceso rapido con huella digital o reconocimiento facial. Ideal para personal en movimiento que necesita entrar y salir rapido.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Todo lo que necesitas para gestionar eventos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9748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E 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CRUD completo, calendario mensual,</a:t>
            </a:r>
            <a:br/>
            <a:r>
              <a:t>dashboard y asignacion de personal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6974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A 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231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Cronogramas con tareas, responsables</a:t>
            </a:r>
            <a:br/>
            <a:r>
              <a:t>y categorias (logistica, ceremonia, etc.)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26974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C 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Listas dinamicas con orden</a:t>
            </a:r>
            <a:br/>
            <a:r>
              <a:t>personalizable y notificaciones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73736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69748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P  Productos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Productos con precio, stock, fotos</a:t>
            </a:r>
            <a:br/>
            <a:r>
              <a:t>y categorias. Activar/desactivar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26974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Q  Cotizaciones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Cotizaciones profesionales con PDF</a:t>
            </a:r>
            <a:br/>
            <a:r>
              <a:t>descargable + WhatsApp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20624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4206240"/>
            <a:ext cx="26974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434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$  Pagos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892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Registro de pagos parciales/totales.</a:t>
            </a:r>
            <a:br/>
            <a:r>
              <a:t>Control de saldos pendientes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0624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206240"/>
            <a:ext cx="269748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S  Proveedores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92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Catalogo global, asignacion por evento,</a:t>
            </a:r>
            <a:br/>
            <a:r>
              <a:t>control de presupuesto y llegadas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20624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4206240"/>
            <a:ext cx="26974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434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N  Notificaciones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892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Centro de notificaciones + recordatorios</a:t>
            </a:r>
            <a:br/>
            <a:r>
              <a:t>automaticos en movil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67512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6675120"/>
            <a:ext cx="26974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903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U  Usuarios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7360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3 roles: administrador, staff, cliente.</a:t>
            </a:r>
            <a:br/>
            <a:r>
              <a:t>Control de acceso granular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9000" y="667512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29000" y="6675120"/>
            <a:ext cx="269748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6903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K  Portal Cliente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7360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Credenciales temporarias auto-generadas</a:t>
            </a:r>
            <a:br/>
            <a:r>
              <a:t>con vencimiento automatico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667512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6675120"/>
            <a:ext cx="26974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6903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I  Imagenes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7360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Sube fotos con redimension y conversion</a:t>
            </a:r>
            <a:br/>
            <a:r>
              <a:t>automatica a WebP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6675120"/>
            <a:ext cx="269748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9720" y="6675120"/>
            <a:ext cx="26974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6903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 Light"/>
              </a:defRPr>
            </a:pPr>
            <a:r>
              <a:t>G  Configuracion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7360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 Light"/>
              </a:defRPr>
            </a:pPr>
            <a:r>
              <a:t>Personaliza logo, RFC, direccion</a:t>
            </a:r>
            <a:br/>
            <a:r>
              <a:t>y pie de pagina en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Arquitectura moderna y robusta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2240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 Light"/>
              </a:defRPr>
            </a:pPr>
            <a:r>
              <a:t>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React 19 + Vite 6</a:t>
            </a:r>
            <a:br/>
            <a:r>
              <a:t>Tailwind CSS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54864" cy="2240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 Light"/>
              </a:defRPr>
            </a:pPr>
            <a:r>
              <a:t>APP MOVIL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Flutter 3.x nativo</a:t>
            </a:r>
            <a:br/>
            <a:r>
              <a:t>Provider, SVG, Biometria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54864" cy="2240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Calibri Light"/>
              </a:defRPr>
            </a:pPr>
            <a:r>
              <a:t>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Node.js + Express 4</a:t>
            </a:r>
            <a:br/>
            <a:r>
              <a:t>JWT, Sharp, Multer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54864" cy="2240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 Light"/>
              </a:defRPr>
            </a:pPr>
            <a:r>
              <a:t>BASE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PostgreSQL 16</a:t>
            </a:r>
            <a:br/>
            <a:r>
              <a:t>LISTEN/NOTIFY, Triggers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9768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297680"/>
            <a:ext cx="54864" cy="2240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 Light"/>
              </a:defRPr>
            </a:pPr>
            <a:r>
              <a:t>TIEMPO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29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Redis 7 pub/sub</a:t>
            </a:r>
            <a:br/>
            <a:r>
              <a:t>Socket.io / WebSocket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97680"/>
            <a:ext cx="3566160" cy="2240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297680"/>
            <a:ext cx="54864" cy="2240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Calibri Light"/>
              </a:defRPr>
            </a:pPr>
            <a:r>
              <a:t>INFRAESTRUCTURA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29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Docker Compose</a:t>
            </a:r>
            <a:br/>
            <a:r>
              <a:t>4 servicios, Health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212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212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Del presupuesto al evento en vivo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51760" cy="3200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0116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 Light"/>
              </a:defRPr>
            </a:pPr>
            <a:r>
              <a:t>Crear 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Define nombre, fecha, lugar</a:t>
            </a:r>
            <a:br/>
            <a:r>
              <a:t>y presupuesto. Asigna el</a:t>
            </a:r>
            <a:br/>
            <a:r>
              <a:t>personal necesario.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651760" cy="3200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 Light"/>
              </a:defRPr>
            </a:pPr>
            <a:r>
              <a:t>Armar 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Crea el cronograma con tareas</a:t>
            </a:r>
            <a:br/>
            <a:r>
              <a:t>y responsables por categoria.</a:t>
            </a:r>
            <a:br/>
            <a:r>
              <a:t>Define horarios.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651760" cy="3200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52360" y="20116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 Light"/>
              </a:defRPr>
            </a:pPr>
            <a:r>
              <a:t>Cotizar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Selecciona productos del catalogo</a:t>
            </a:r>
            <a:br/>
            <a:r>
              <a:t>y proveedores. Genera PDF y</a:t>
            </a:r>
            <a:br/>
            <a:r>
              <a:t>comparte por WhatsApp.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D3EE"/>
                </a:solidFill>
                <a:latin typeface="Calibri Light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828800"/>
            <a:ext cx="2651760" cy="3200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0" y="20116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 Light"/>
              </a:defRPr>
            </a:pPr>
            <a:r>
              <a:t>Ejecutar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54680"/>
            <a:ext cx="2377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Staff marca tareas completadas.</a:t>
            </a:r>
            <a:br/>
            <a:r>
              <a:t>Proveedores reportan llegada.</a:t>
            </a:r>
            <a:br/>
            <a:r>
              <a:t>Todo visible en vivo.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Plataformas integradas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Modulos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Calibri Light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Calibri Light"/>
              </a:defRPr>
            </a:pPr>
            <a:r>
              <a:t>&lt;200ms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Latencia en vivo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DIFERENCIADOR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Portal del Cliente: transparencia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 Light"/>
              </a:defRPr>
            </a:pPr>
            <a:r>
              <a:t>Cada evento genera automaticamente un acceso temporario para tu cliente. Sin registro, sin complicaciones, sin riesgo.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16459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10896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 Light"/>
              </a:defRPr>
            </a:pPr>
            <a:r>
              <a:t>Acceso temporario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Credenciales unicas con vencimiento</a:t>
            </a:r>
            <a:br/>
            <a:r>
              <a:t>al dia siguiente del evento.</a:t>
            </a:r>
            <a:br/>
            <a:r>
              <a:t>Username y password aleatorios.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5303520" cy="16459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310896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 Light"/>
              </a:defRPr>
            </a:pPr>
            <a:r>
              <a:t>Solo 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1089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El cliente ve su evento, la agenda</a:t>
            </a:r>
            <a:br/>
            <a:r>
              <a:t>y su cotizacion. Sin riesgo de</a:t>
            </a:r>
            <a:br/>
            <a:r>
              <a:t>modificaciones accidentales.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303520" cy="16459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93776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 Light"/>
              </a:defRPr>
            </a:pPr>
            <a:r>
              <a:t>Notificaciones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377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Recibe alertas cuando el staff</a:t>
            </a:r>
            <a:br/>
            <a:r>
              <a:t>completa tareas o se envia</a:t>
            </a:r>
            <a:br/>
            <a:r>
              <a:t>una cotizacion.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5303520" cy="16459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38912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493776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 Light"/>
              </a:defRPr>
            </a:pPr>
            <a:r>
              <a:t>Reset de contrasena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9377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Si el cliente pierde el acceso,</a:t>
            </a:r>
            <a:br/>
            <a:r>
              <a:t>puedes regenerar la contrasena</a:t>
            </a:r>
            <a:br/>
            <a:r>
              <a:t>sin cambiar el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PLANES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Elige el plan que se adapte a tu negocio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66160" cy="47548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4864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Basico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 Light"/>
              </a:defRPr>
            </a:pPr>
            <a:r>
              <a:t>$2,499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Para organizadores independientes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Hasta 10 eventos activos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Cuenta admin + 2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App movil +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Catalogo de productos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Cotizaciones con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Soporte por correo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737360"/>
            <a:ext cx="3566160" cy="4754880"/>
          </a:xfrm>
          <a:prstGeom prst="roundRect">
            <a:avLst>
              <a:gd name="adj" fmla="val 15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737360"/>
            <a:ext cx="35661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828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 Light"/>
              </a:defRPr>
            </a:pPr>
            <a:r>
              <a:t>MAS POPULAR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6437376"/>
            <a:ext cx="35661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Profesional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  <a:latin typeface="Calibri Light"/>
              </a:defRPr>
            </a:pPr>
            <a:r>
              <a:t>$4,999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154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/mes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Para empresas de eventos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886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Eventos ilimitados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605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Usuarios ilimitados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434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App + Web + Portal 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7091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Tiempo real en vivo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9834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Control de pagos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257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Acceso cliente temporario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5321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Soporte prioritario 24/7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806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Marca personalizada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737360"/>
            <a:ext cx="3566160" cy="47548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737360"/>
            <a:ext cx="54864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Enterprise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 Light"/>
              </a:defRPr>
            </a:pPr>
            <a:r>
              <a:t>$9,999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154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/mes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383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Para grandes operaciones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794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Todo lo del plan Profesional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069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Instalacion on-premise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343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Personalizacion completa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API dedicada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Capacitacion del equipo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166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SLA garantizado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4406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 Light"/>
              </a:defRPr>
            </a:pPr>
            <a:r>
              <a:t>  Gerente de cuenta dedicado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 Light"/>
              </a:defRPr>
            </a:pPr>
            <a:r>
              <a:t>PARA QUIEN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Vento se adapta a tu modelo de negocio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11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468880"/>
            <a:ext cx="594360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Empresas de Renta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14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Gestiona tu catalogo de sillas, mesas, manteleria,</a:t>
            </a:r>
            <a:br/>
            <a:r>
              <a:t>loza y mas. Cotiza en minutos desde el inventario</a:t>
            </a:r>
            <a:br/>
            <a:r>
              <a:t>disponible y controla el stock en tiempo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303520" cy="2011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73152" cy="2011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246888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Organizadores de Eventos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514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Coordina bodas, quinceaneras y eventos corporativos</a:t>
            </a:r>
            <a:br/>
            <a:r>
              <a:t>con tu equipo. Agenda en vivo, checklist y proveedores</a:t>
            </a:r>
            <a:br/>
            <a:r>
              <a:t>en una sola plataforma.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2011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754880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43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Salones y Venues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00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Administra reservas, cotizaciones y personal del venue.</a:t>
            </a:r>
            <a:br/>
            <a:r>
              <a:t>Dale a tus clientes un portal para ver el progreso de</a:t>
            </a:r>
            <a:br/>
            <a:r>
              <a:t>su evento en tiempo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303520" cy="2011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73152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20840" y="4754880"/>
            <a:ext cx="594360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343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 Light"/>
              </a:defRPr>
            </a:pPr>
            <a:r>
              <a:t>Catering &amp;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00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Gestiona menus, cotiza por persona y coordina horarios</a:t>
            </a:r>
            <a:br/>
            <a:r>
              <a:t>de servicio con la agenda del evento. Todo sincronizado</a:t>
            </a:r>
            <a:br/>
            <a:r>
              <a:t>con el resto del equipo.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6517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  <a:latin typeface="Calibri Light"/>
              </a:defRPr>
            </a:pPr>
            <a:r>
              <a:t>VENTO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 Light"/>
              </a:defRPr>
            </a:pPr>
            <a:r>
              <a:t>Eventos en perfecta sincronia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Transforma la forma en que gestionas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Solicita una demostracion personalizada y descubre como Vento puede llevar tu negocio al siguiente nivel.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120640"/>
            <a:ext cx="21332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 Light"/>
              </a:defRPr>
            </a:pPr>
            <a:r>
              <a:t>Contactanos para una demostracion personalizada sin compromiso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Hecho en Mexico  -  Tiempo real, resultados reales.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